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ELT Pipeline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365760" y="23317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pipeline: Extract · Load · Transform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971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  ·  PostgreSQL  ·  Docker  ·  YouTube Data 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406640" y="137160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0" y="1371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406640" y="192024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92024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2.9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406640" y="246888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246888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301752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0" y="30175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3566160"/>
            <a:ext cx="1554480" cy="347472"/>
          </a:xfrm>
          <a:prstGeom prst="roundRect">
            <a:avLst>
              <a:gd name="adj" fmla="val 13158"/>
            </a:avLst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7.2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— Simplon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14173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v3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103120" y="1188720"/>
            <a:ext cx="1417320" cy="11887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103120" y="11887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86200" y="1188720"/>
            <a:ext cx="141732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886200" y="11887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0" y="1188720"/>
            <a:ext cx="1417320" cy="118872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669280" y="11887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52360" y="1188720"/>
            <a:ext cx="1417320" cy="1188720"/>
          </a:xfrm>
          <a:prstGeom prst="rect">
            <a:avLst/>
          </a:prstGeom>
          <a:solidFill>
            <a:srgbClr val="145C7A"/>
          </a:solidFill>
          <a:ln w="12700">
            <a:solidFill>
              <a:srgbClr val="145C7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452360" y="1188720"/>
            <a:ext cx="1417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783080" y="1783080"/>
            <a:ext cx="182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1783080"/>
            <a:ext cx="182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49240" y="1783080"/>
            <a:ext cx="182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783080"/>
            <a:ext cx="18288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nextPageToken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CeleryExecutor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Redis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8620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VARCHAR / 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8601 → 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Shorts / Normal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52360" y="2514600"/>
            <a:ext cx="14173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Upsert +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removal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32918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containerized with Docker Compose — 6 services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74904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airflow-webserver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46120" y="374904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airflow-scheduler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74904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airflow-worker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425196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46120" y="425196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251960"/>
            <a:ext cx="26517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42519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pgAdmin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ELT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1 — produce_json    (schedule: daily @ 14:00)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417320"/>
            <a:ext cx="15087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playlist_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719072" y="1714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20240" y="1417320"/>
            <a:ext cx="15087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920240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56432" y="1714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1417320"/>
            <a:ext cx="15087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0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extract_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details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193792" y="1714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1417320"/>
            <a:ext cx="15087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31152" y="1714500"/>
            <a:ext cx="201168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1417320"/>
            <a:ext cx="1508760" cy="5943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141732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dwh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194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6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2 — load_to_dwh    (triggered automatically)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2633472"/>
            <a:ext cx="192024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6334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staging_table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331720" y="2935224"/>
            <a:ext cx="2743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2633472"/>
            <a:ext cx="1920240" cy="59436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51760" y="263347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core_table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34290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 Details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794760"/>
          <a:ext cx="8412480" cy="1188720"/>
        </p:xfrm>
        <a:graphic>
          <a:graphicData uri="http://schemas.openxmlformats.org/drawingml/2006/table">
            <a:tbl>
              <a:tblPr/>
              <a:tblGrid>
                <a:gridCol w="4206240"/>
                <a:gridCol w="42062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get_video_ids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Paginates all video IDs using nextPageToken (50/page)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extract_video_details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fetch: stats + snippet + contentDetails (50 videos/call)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staging_table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Upsert raw data + delete data drift (removed videos)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core_table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 8601 → TIME conversion + Shorts/Normal classification + upsert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 Design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4297680" cy="56692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 ·  yt_api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" y="13075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API data — exact as received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664208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91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16916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VARCHAR(11)  PK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039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Video_Title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20391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359152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386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Upload_Date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386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734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7340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VARCHAR(20)  ← ISO 8601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054096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081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92024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429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Likes_Count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749040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76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Comments_Count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776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96012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960120"/>
            <a:ext cx="4297680" cy="566928"/>
          </a:xfrm>
          <a:prstGeom prst="rect">
            <a:avLst/>
          </a:prstGeom>
          <a:solidFill>
            <a:srgbClr val="145C7A"/>
          </a:solidFill>
          <a:ln w="12700">
            <a:solidFill>
              <a:srgbClr val="145C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9601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 ·  yt_api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846320" y="130759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Transformed &amp; enriched data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664208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69164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Video_ID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169164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VARCHAR(11)  PK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983480" y="203911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Video_Title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203911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46320" y="2359152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38658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Upload_Date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537960" y="238658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83480" y="273405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37960" y="2734056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  ← HH:MM:SS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46320" y="3054096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0815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Video_Type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537960" y="3081528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VARCHAR(10)  ← Shorts / Normal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983480" y="34290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Video_Views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537960" y="3429000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846320" y="3749040"/>
            <a:ext cx="4297680" cy="338328"/>
          </a:xfrm>
          <a:prstGeom prst="rect">
            <a:avLst/>
          </a:prstGeom>
          <a:solidFill>
            <a:srgbClr val="F4F8FB"/>
          </a:solidFill>
          <a:ln w="12700">
            <a:solidFill>
              <a:srgbClr val="D0DC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83480" y="377647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Likes_Count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537960" y="3776472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983480" y="412394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Comments_Count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537960" y="4123944"/>
            <a:ext cx="2423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C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53712" y="2926080"/>
            <a:ext cx="27432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27432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B4D8"/>
                </a:solidFill>
              </a:rPr>
              <a:t>→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Airflow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v2.9.2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 Orchestration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005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37560" y="1581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Warehouse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69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371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581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Broker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48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148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1148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6-Service Container Stack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148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2148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3756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v3.12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33756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ELT Logic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26480" y="2148840"/>
            <a:ext cx="2697480" cy="9601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148840"/>
            <a:ext cx="64008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2128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Data API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63640" y="251460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vv3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27249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429000"/>
            <a:ext cx="8595360" cy="1417320"/>
          </a:xfrm>
          <a:prstGeom prst="rect">
            <a:avLst/>
          </a:prstGeom>
          <a:solidFill>
            <a:srgbClr val="0D2A3E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Results — @freecodecamp channel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1480" y="3858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11480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in staging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API data)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560320" y="3858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2560320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Videos in core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(transformed)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09160" y="3858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DAGs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4709160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58000" y="385876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50/req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858000" y="431596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API calls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pagination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YouTube ELT Pipeline</dc:title>
  <dc:subject>PptxGenJS Presentation</dc:subject>
  <dc:creator>PptxGenJS</dc:creator>
  <cp:lastModifiedBy>PptxGenJS</cp:lastModifiedBy>
  <cp:revision>1</cp:revision>
  <dcterms:created xsi:type="dcterms:W3CDTF">2026-05-21T13:39:23Z</dcterms:created>
  <dcterms:modified xsi:type="dcterms:W3CDTF">2026-05-21T13:39:23Z</dcterms:modified>
</cp:coreProperties>
</file>